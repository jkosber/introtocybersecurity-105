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4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68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5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9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1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0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2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6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5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6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2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ngle view of circuit shaped like a brain">
            <a:extLst>
              <a:ext uri="{FF2B5EF4-FFF2-40B4-BE49-F238E27FC236}">
                <a16:creationId xmlns:a16="http://schemas.microsoft.com/office/drawing/2014/main" id="{4F9FF82C-1248-540B-7DD7-BBC45E7D80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8540" b="81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33FAE7-D65D-CFA2-55B5-A889D299F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Artificial Intelligence in the SOC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16118-EF96-5086-F645-8DC8543D0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Bay Point Ridge Security</a:t>
            </a:r>
          </a:p>
          <a:p>
            <a:r>
              <a:rPr lang="en-US" sz="2200" dirty="0">
                <a:solidFill>
                  <a:srgbClr val="FFFFFF"/>
                </a:solidFill>
              </a:rPr>
              <a:t>Jadon Kosberg</a:t>
            </a:r>
          </a:p>
        </p:txBody>
      </p:sp>
    </p:spTree>
    <p:extLst>
      <p:ext uri="{BB962C8B-B14F-4D97-AF65-F5344CB8AC3E}">
        <p14:creationId xmlns:p14="http://schemas.microsoft.com/office/powerpoint/2010/main" val="2436808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3123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Artificial Intelligence in the SOC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Jadon Nathaniel Kosberg</dc:creator>
  <cp:lastModifiedBy>Jadon Nathaniel Kosberg</cp:lastModifiedBy>
  <cp:revision>3</cp:revision>
  <dcterms:created xsi:type="dcterms:W3CDTF">2026-03-06T18:15:09Z</dcterms:created>
  <dcterms:modified xsi:type="dcterms:W3CDTF">2026-03-08T22:18:51Z</dcterms:modified>
</cp:coreProperties>
</file>